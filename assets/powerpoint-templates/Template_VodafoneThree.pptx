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0"/>
    <p:sldMasterId id="2147483707" r:id="rId21"/>
  </p:sldMasterIdLst>
  <p:notesMasterIdLst>
    <p:notesMasterId r:id="rId22"/>
  </p:notesMasterIdLst>
  <p:handoutMasterIdLst>
    <p:handoutMasterId r:id="rId23"/>
  </p:handout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1" autoAdjust="0"/>
    <p:restoredTop sz="94647"/>
  </p:normalViewPr>
  <p:slideViewPr>
    <p:cSldViewPr snapToGrid="0">
      <p:cViewPr varScale="1">
        <p:scale>
          <a:sx n="242" d="100"/>
          <a:sy n="242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93" d="100"/>
          <a:sy n="193" d="100"/>
        </p:scale>
        <p:origin x="7896" y="2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slideMaster" Target="slideMasters/slideMaster1.xml"/><Relationship Id="rId21" Type="http://schemas.openxmlformats.org/officeDocument/2006/relationships/slideMaster" Target="slideMasters/slideMaster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6BD25E9-3EE4-6315-19C7-2A541A7E6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3B43AF-08D0-5B95-FD9E-BDE35BF036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DB08-0204-FF45-B45D-D96F9C704D75}" type="datetimeFigureOut">
              <a:rPr lang="es-ES" smtClean="0"/>
              <a:t>7/10/26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606970-A43E-C27B-4C53-D78E9CC31E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EC56AC-B7E0-CB52-BD5D-82CAC487C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E457C-3B9A-AF46-B684-DFBB9E6EDC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166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9900000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 Page">
    <p:bg>
      <p:bgPr>
        <a:gradFill flip="none" rotWithShape="1">
          <a:gsLst>
            <a:gs pos="0">
              <a:srgbClr val="6F0F16"/>
            </a:gs>
            <a:gs pos="45000">
              <a:srgbClr val="9C1B22"/>
            </a:gs>
            <a:gs pos="100000">
              <a:srgbClr val="D42B2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ricsson watermark 1"/>
          <p:cNvSpPr/>
          <p:nvPr/>
        </p:nvSpPr>
        <p:spPr>
          <a:xfrm rot="20496000">
            <a:off x="8098160" y="1998374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2"/>
          <p:cNvSpPr/>
          <p:nvPr/>
        </p:nvSpPr>
        <p:spPr>
          <a:xfrm rot="20496000">
            <a:off x="8098160" y="3433701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3"/>
          <p:cNvSpPr/>
          <p:nvPr/>
        </p:nvSpPr>
        <p:spPr>
          <a:xfrm rot="20496000">
            <a:off x="8098160" y="4869027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3" y="2121418"/>
            <a:ext cx="11237089" cy="2048048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3" y="4329789"/>
            <a:ext cx="11237089" cy="843526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lang="en-US" sz="2400" b="0" kern="1400" spc="-160" baseline="0" dirty="0">
                <a:solidFill>
                  <a:schemeClr val="accent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Description/subtitle/speaker… Ericsson Hilda Black 24pt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137CF1-DACA-3883-36F0-4953E52B1A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22" y="5277365"/>
            <a:ext cx="2259542" cy="0"/>
          </a:xfrm>
          <a:prstGeom prst="line">
            <a:avLst/>
          </a:prstGeom>
          <a:solidFill>
            <a:schemeClr val="accent1"/>
          </a:solidFill>
          <a:ln w="38100" cap="rnd" cmpd="sng" algn="ctr">
            <a:solidFill>
              <a:srgbClr val="EFD4D3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DE968A4-40EF-C7ED-628E-BC446E1808EC}"/>
              </a:ext>
            </a:extLst>
          </p:cNvPr>
          <p:cNvSpPr txBox="1"/>
          <p:nvPr userDrawn="1"/>
        </p:nvSpPr>
        <p:spPr>
          <a:xfrm>
            <a:off x="1749287" y="153062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s-E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532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22533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 Only">
    <p:bg>
      <p:bgPr>
        <a:gradFill flip="none" rotWithShape="1">
          <a:gsLst>
            <a:gs pos="0">
              <a:srgbClr val="6F0F16"/>
            </a:gs>
            <a:gs pos="45000">
              <a:srgbClr val="9C1B22"/>
            </a:gs>
            <a:gs pos="100000">
              <a:srgbClr val="D42B2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ricsson watermark 1"/>
          <p:cNvSpPr/>
          <p:nvPr/>
        </p:nvSpPr>
        <p:spPr>
          <a:xfrm rot="20496000">
            <a:off x="8098160" y="1998374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2"/>
          <p:cNvSpPr/>
          <p:nvPr/>
        </p:nvSpPr>
        <p:spPr>
          <a:xfrm rot="20496000">
            <a:off x="8098160" y="3433701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3"/>
          <p:cNvSpPr/>
          <p:nvPr/>
        </p:nvSpPr>
        <p:spPr>
          <a:xfrm rot="20496000">
            <a:off x="8098160" y="4869027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ransition">
    <p:bg>
      <p:bgPr>
        <a:gradFill flip="none" rotWithShape="1">
          <a:gsLst>
            <a:gs pos="0">
              <a:srgbClr val="6F0F16"/>
            </a:gs>
            <a:gs pos="45000">
              <a:srgbClr val="9C1B22"/>
            </a:gs>
            <a:gs pos="100000">
              <a:srgbClr val="D42B2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ricsson watermark 1"/>
          <p:cNvSpPr/>
          <p:nvPr/>
        </p:nvSpPr>
        <p:spPr>
          <a:xfrm rot="20496000">
            <a:off x="8098160" y="1998374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2"/>
          <p:cNvSpPr/>
          <p:nvPr/>
        </p:nvSpPr>
        <p:spPr>
          <a:xfrm rot="20496000">
            <a:off x="8098160" y="3433701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ricsson watermark 3"/>
          <p:cNvSpPr/>
          <p:nvPr/>
        </p:nvSpPr>
        <p:spPr>
          <a:xfrm rot="20496000">
            <a:off x="8098160" y="4869027"/>
            <a:ext cx="3538540" cy="90499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2986709"/>
            <a:ext cx="11237088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8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11233150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9219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8307730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82E2F-86DB-86D4-DCF9-8958746105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75A00BE-CA97-A854-15C7-7465405CB5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7010" y="1709736"/>
            <a:ext cx="3577975" cy="3661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0F2B03B-4F5D-BA62-9CAC-D574877D0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459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694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4086701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583216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425219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Chart lower 1"/>
          <p:cNvSpPr>
            <a:spLocks noGrp="1"/>
          </p:cNvSpPr>
          <p:nvPr>
            <p:ph sz="quarter" idx="14" hasCustomPrompt="1"/>
          </p:nvPr>
        </p:nvSpPr>
        <p:spPr>
          <a:xfrm>
            <a:off x="481052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hart lower 2"/>
          <p:cNvSpPr>
            <a:spLocks noGrp="1"/>
          </p:cNvSpPr>
          <p:nvPr>
            <p:ph sz="quarter" idx="15" hasCustomPrompt="1"/>
          </p:nvPr>
        </p:nvSpPr>
        <p:spPr>
          <a:xfrm>
            <a:off x="4332814" y="41009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low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575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3339359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834043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57665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08767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403650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5100737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965688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5207714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644889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5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521541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7937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552500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74148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63829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53510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543191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457224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207885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958546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709207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724815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743067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761319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779571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592017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086701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558138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332114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834318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555106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49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2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5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5949278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41720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41720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79010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254288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29151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54288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29151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79148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078871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310572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41719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972866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10572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141719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972866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579217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679009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78801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79425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744343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09261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274179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539097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744343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009261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7274179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539097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159259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839093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5518927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198761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79425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366856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4254287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141718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8029149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916580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366856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4254287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6141718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8029149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9916580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879286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3279147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4679008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6078869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7478730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Black Transi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2986709"/>
            <a:ext cx="9900000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6138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‹Nº›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slideLayout" Target="../slideLayouts/slideLayout118.xml"/><Relationship Id="rId119" Type="http://schemas.openxmlformats.org/officeDocument/2006/relationships/slideLayout" Target="../slideLayouts/slideLayout119.xml"/><Relationship Id="rId120" Type="http://schemas.openxmlformats.org/officeDocument/2006/relationships/slideLayout" Target="../slideLayouts/slideLayout120.xml"/><Relationship Id="rId121" Type="http://schemas.openxmlformats.org/officeDocument/2006/relationships/slideLayout" Target="../slideLayouts/slideLayout121.xml"/><Relationship Id="rId122" Type="http://schemas.openxmlformats.org/officeDocument/2006/relationships/slideLayout" Target="../slideLayouts/slideLayout122.xml"/><Relationship Id="rId123" Type="http://schemas.openxmlformats.org/officeDocument/2006/relationships/slideLayout" Target="../slideLayouts/slideLayout123.xml"/><Relationship Id="rId124" Type="http://schemas.openxmlformats.org/officeDocument/2006/relationships/slideLayout" Target="../slideLayouts/slideLayout124.xml"/><Relationship Id="rId125" Type="http://schemas.openxmlformats.org/officeDocument/2006/relationships/slideLayout" Target="../slideLayouts/slideLayout125.xml"/><Relationship Id="rId126" Type="http://schemas.openxmlformats.org/officeDocument/2006/relationships/slideLayout" Target="../slideLayouts/slideLayout126.xml"/><Relationship Id="rId127" Type="http://schemas.openxmlformats.org/officeDocument/2006/relationships/slideLayout" Target="../slideLayouts/slideLayout127.xml"/><Relationship Id="rId128" Type="http://schemas.openxmlformats.org/officeDocument/2006/relationships/slideLayout" Target="../slideLayouts/slideLayout128.xml"/><Relationship Id="rId129" Type="http://schemas.openxmlformats.org/officeDocument/2006/relationships/slideLayout" Target="../slideLayouts/slideLayout129.xml"/><Relationship Id="rId130" Type="http://schemas.openxmlformats.org/officeDocument/2006/relationships/slideLayout" Target="../slideLayouts/slideLayout130.xml"/><Relationship Id="rId131" Type="http://schemas.openxmlformats.org/officeDocument/2006/relationships/slideLayout" Target="../slideLayouts/slideLayout131.xml"/><Relationship Id="rId132" Type="http://schemas.openxmlformats.org/officeDocument/2006/relationships/slideLayout" Target="../slideLayouts/slideLayout132.xml"/><Relationship Id="rId133" Type="http://schemas.openxmlformats.org/officeDocument/2006/relationships/slideLayout" Target="../slideLayouts/slideLayout133.xml"/><Relationship Id="rId134" Type="http://schemas.openxmlformats.org/officeDocument/2006/relationships/slideLayout" Target="../slideLayouts/slideLayout134.xml"/><Relationship Id="rId135" Type="http://schemas.openxmlformats.org/officeDocument/2006/relationships/slideLayout" Target="../slideLayouts/slideLayout135.xml"/><Relationship Id="rId136" Type="http://schemas.openxmlformats.org/officeDocument/2006/relationships/slideLayout" Target="../slideLayouts/slideLayout136.xml"/><Relationship Id="rId137" Type="http://schemas.openxmlformats.org/officeDocument/2006/relationships/slideLayout" Target="../slideLayouts/slideLayout137.xml"/><Relationship Id="rId138" Type="http://schemas.openxmlformats.org/officeDocument/2006/relationships/slideLayout" Target="../slideLayouts/slideLayout138.xml"/><Relationship Id="rId139" Type="http://schemas.openxmlformats.org/officeDocument/2006/relationships/slideLayout" Target="../slideLayouts/slideLayout139.xml"/><Relationship Id="rId140" Type="http://schemas.openxmlformats.org/officeDocument/2006/relationships/slideLayout" Target="../slideLayouts/slideLayout140.xml"/><Relationship Id="rId141" Type="http://schemas.openxmlformats.org/officeDocument/2006/relationships/slideLayout" Target="../slideLayouts/slideLayout141.xml"/><Relationship Id="rId142" Type="http://schemas.openxmlformats.org/officeDocument/2006/relationships/slideLayout" Target="../slideLayouts/slideLayout142.xml"/><Relationship Id="rId143" Type="http://schemas.openxmlformats.org/officeDocument/2006/relationships/slideLayout" Target="../slideLayouts/slideLayout143.xml"/><Relationship Id="rId144" Type="http://schemas.openxmlformats.org/officeDocument/2006/relationships/slideLayout" Target="../slideLayouts/slideLayout144.xml"/><Relationship Id="rId145" Type="http://schemas.openxmlformats.org/officeDocument/2006/relationships/slideLayout" Target="../slideLayouts/slideLayout145.xml"/><Relationship Id="rId146" Type="http://schemas.openxmlformats.org/officeDocument/2006/relationships/slideLayout" Target="../slideLayouts/slideLayout146.xml"/><Relationship Id="rId147" Type="http://schemas.openxmlformats.org/officeDocument/2006/relationships/slideLayout" Target="../slideLayouts/slideLayout147.xml"/><Relationship Id="rId148" Type="http://schemas.openxmlformats.org/officeDocument/2006/relationships/slideLayout" Target="../slideLayouts/slideLayout148.xml"/><Relationship Id="rId149" Type="http://schemas.openxmlformats.org/officeDocument/2006/relationships/slideLayout" Target="../slideLayouts/slideLayout149.xml"/><Relationship Id="rId150" Type="http://schemas.openxmlformats.org/officeDocument/2006/relationships/slideLayout" Target="../slideLayouts/slideLayout150.xml"/><Relationship Id="rId151" Type="http://schemas.openxmlformats.org/officeDocument/2006/relationships/slideLayout" Target="../slideLayouts/slideLayout151.xml"/><Relationship Id="rId152" Type="http://schemas.openxmlformats.org/officeDocument/2006/relationships/slideLayout" Target="../slideLayouts/slideLayout152.xml"/><Relationship Id="rId153" Type="http://schemas.openxmlformats.org/officeDocument/2006/relationships/theme" Target="../theme/theme1.xml"/><Relationship Id="rId154" Type="http://schemas.openxmlformats.org/officeDocument/2006/relationships/image" Target="../media/image1.emf"/><Relationship Id="rId155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4.xml"/><Relationship Id="rId13" Type="http://schemas.openxmlformats.org/officeDocument/2006/relationships/slideLayout" Target="../slideLayouts/slideLayout165.xml"/><Relationship Id="rId14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67.xml"/><Relationship Id="rId16" Type="http://schemas.openxmlformats.org/officeDocument/2006/relationships/slideLayout" Target="../slideLayouts/slideLayout168.xml"/><Relationship Id="rId17" Type="http://schemas.openxmlformats.org/officeDocument/2006/relationships/slideLayout" Target="../slideLayouts/slideLayout169.xml"/><Relationship Id="rId18" Type="http://schemas.openxmlformats.org/officeDocument/2006/relationships/theme" Target="../theme/theme2.xml"/><Relationship Id="rId1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  <p:pic>
        <p:nvPicPr>
          <p:cNvPr id="4" name="Graphic 6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5" r:id="rId3"/>
    <p:sldLayoutId id="2147483736" r:id="rId4"/>
    <p:sldLayoutId id="2147483701" r:id="rId5"/>
    <p:sldLayoutId id="2147483667" r:id="rId6"/>
    <p:sldLayoutId id="2147483725" r:id="rId7"/>
    <p:sldLayoutId id="2147483728" r:id="rId8"/>
    <p:sldLayoutId id="2147483671" r:id="rId9"/>
    <p:sldLayoutId id="2147483752" r:id="rId10"/>
    <p:sldLayoutId id="2147483751" r:id="rId11"/>
    <p:sldLayoutId id="2147483673" r:id="rId12"/>
    <p:sldLayoutId id="2147483727" r:id="rId13"/>
    <p:sldLayoutId id="2147483762" r:id="rId14"/>
    <p:sldLayoutId id="2147483675" r:id="rId15"/>
    <p:sldLayoutId id="2147483763" r:id="rId16"/>
    <p:sldLayoutId id="2147483764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65" r:id="rId24"/>
    <p:sldLayoutId id="2147483740" r:id="rId25"/>
    <p:sldLayoutId id="2147483739" r:id="rId26"/>
    <p:sldLayoutId id="2147483766" r:id="rId27"/>
    <p:sldLayoutId id="2147483753" r:id="rId28"/>
    <p:sldLayoutId id="2147483741" r:id="rId29"/>
    <p:sldLayoutId id="2147483738" r:id="rId30"/>
    <p:sldLayoutId id="2147483744" r:id="rId31"/>
    <p:sldLayoutId id="2147483743" r:id="rId32"/>
    <p:sldLayoutId id="2147483767" r:id="rId33"/>
    <p:sldLayoutId id="2147483746" r:id="rId34"/>
    <p:sldLayoutId id="2147483745" r:id="rId35"/>
    <p:sldLayoutId id="2147483768" r:id="rId36"/>
    <p:sldLayoutId id="2147483748" r:id="rId37"/>
    <p:sldLayoutId id="2147483747" r:id="rId38"/>
    <p:sldLayoutId id="2147483769" r:id="rId39"/>
    <p:sldLayoutId id="2147483750" r:id="rId40"/>
    <p:sldLayoutId id="2147483749" r:id="rId41"/>
    <p:sldLayoutId id="2147483780" r:id="rId42"/>
    <p:sldLayoutId id="2147483781" r:id="rId43"/>
    <p:sldLayoutId id="2147483782" r:id="rId44"/>
    <p:sldLayoutId id="2147483770" r:id="rId45"/>
    <p:sldLayoutId id="2147483755" r:id="rId46"/>
    <p:sldLayoutId id="2147483754" r:id="rId47"/>
    <p:sldLayoutId id="2147483783" r:id="rId48"/>
    <p:sldLayoutId id="2147483784" r:id="rId49"/>
    <p:sldLayoutId id="2147483785" r:id="rId50"/>
    <p:sldLayoutId id="2147483786" r:id="rId51"/>
    <p:sldLayoutId id="2147483787" r:id="rId52"/>
    <p:sldLayoutId id="2147483788" r:id="rId53"/>
    <p:sldLayoutId id="2147483789" r:id="rId54"/>
    <p:sldLayoutId id="2147483790" r:id="rId55"/>
    <p:sldLayoutId id="2147483791" r:id="rId56"/>
    <p:sldLayoutId id="2147483792" r:id="rId57"/>
    <p:sldLayoutId id="2147483793" r:id="rId58"/>
    <p:sldLayoutId id="2147483794" r:id="rId59"/>
    <p:sldLayoutId id="2147483795" r:id="rId60"/>
    <p:sldLayoutId id="2147483796" r:id="rId61"/>
    <p:sldLayoutId id="2147483797" r:id="rId62"/>
    <p:sldLayoutId id="2147483771" r:id="rId63"/>
    <p:sldLayoutId id="2147483757" r:id="rId64"/>
    <p:sldLayoutId id="2147483756" r:id="rId65"/>
    <p:sldLayoutId id="2147483798" r:id="rId66"/>
    <p:sldLayoutId id="2147483799" r:id="rId67"/>
    <p:sldLayoutId id="2147483800" r:id="rId68"/>
    <p:sldLayoutId id="2147483801" r:id="rId69"/>
    <p:sldLayoutId id="2147483802" r:id="rId70"/>
    <p:sldLayoutId id="2147483803" r:id="rId71"/>
    <p:sldLayoutId id="2147483804" r:id="rId72"/>
    <p:sldLayoutId id="2147483805" r:id="rId73"/>
    <p:sldLayoutId id="2147483806" r:id="rId74"/>
    <p:sldLayoutId id="2147483807" r:id="rId75"/>
    <p:sldLayoutId id="2147483808" r:id="rId76"/>
    <p:sldLayoutId id="2147483809" r:id="rId77"/>
    <p:sldLayoutId id="2147483810" r:id="rId78"/>
    <p:sldLayoutId id="2147483811" r:id="rId79"/>
    <p:sldLayoutId id="2147483812" r:id="rId80"/>
    <p:sldLayoutId id="2147483772" r:id="rId81"/>
    <p:sldLayoutId id="2147483759" r:id="rId82"/>
    <p:sldLayoutId id="2147483758" r:id="rId83"/>
    <p:sldLayoutId id="2147483813" r:id="rId84"/>
    <p:sldLayoutId id="2147483814" r:id="rId85"/>
    <p:sldLayoutId id="2147483815" r:id="rId86"/>
    <p:sldLayoutId id="2147483816" r:id="rId87"/>
    <p:sldLayoutId id="2147483817" r:id="rId88"/>
    <p:sldLayoutId id="2147483818" r:id="rId89"/>
    <p:sldLayoutId id="2147483819" r:id="rId90"/>
    <p:sldLayoutId id="2147483820" r:id="rId91"/>
    <p:sldLayoutId id="2147483821" r:id="rId92"/>
    <p:sldLayoutId id="2147483822" r:id="rId93"/>
    <p:sldLayoutId id="2147483823" r:id="rId94"/>
    <p:sldLayoutId id="2147483824" r:id="rId95"/>
    <p:sldLayoutId id="2147483825" r:id="rId96"/>
    <p:sldLayoutId id="2147483826" r:id="rId97"/>
    <p:sldLayoutId id="2147483827" r:id="rId98"/>
    <p:sldLayoutId id="2147483773" r:id="rId99"/>
    <p:sldLayoutId id="2147483761" r:id="rId100"/>
    <p:sldLayoutId id="2147483760" r:id="rId101"/>
    <p:sldLayoutId id="2147483828" r:id="rId102"/>
    <p:sldLayoutId id="2147483829" r:id="rId103"/>
    <p:sldLayoutId id="2147483830" r:id="rId104"/>
    <p:sldLayoutId id="2147483831" r:id="rId105"/>
    <p:sldLayoutId id="2147483832" r:id="rId106"/>
    <p:sldLayoutId id="2147483833" r:id="rId107"/>
    <p:sldLayoutId id="2147483834" r:id="rId108"/>
    <p:sldLayoutId id="2147483835" r:id="rId109"/>
    <p:sldLayoutId id="2147483836" r:id="rId110"/>
    <p:sldLayoutId id="2147483837" r:id="rId111"/>
    <p:sldLayoutId id="2147483838" r:id="rId112"/>
    <p:sldLayoutId id="2147483839" r:id="rId113"/>
    <p:sldLayoutId id="2147483663" r:id="rId114"/>
    <p:sldLayoutId id="2147483664" r:id="rId115"/>
    <p:sldLayoutId id="2147483737" r:id="rId116"/>
    <p:sldLayoutId id="2147483666" r:id="rId117"/>
    <p:sldLayoutId id="2147483668" r:id="rId118"/>
    <p:sldLayoutId id="2147483669" r:id="rId119"/>
    <p:sldLayoutId id="2147483670" r:id="rId120"/>
    <p:sldLayoutId id="2147483672" r:id="rId121"/>
    <p:sldLayoutId id="2147483674" r:id="rId122"/>
    <p:sldLayoutId id="2147483676" r:id="rId123"/>
    <p:sldLayoutId id="2147483677" r:id="rId124"/>
    <p:sldLayoutId id="2147483678" r:id="rId125"/>
    <p:sldLayoutId id="2147483679" r:id="rId126"/>
    <p:sldLayoutId id="2147483680" r:id="rId127"/>
    <p:sldLayoutId id="2147483681" r:id="rId128"/>
    <p:sldLayoutId id="2147483682" r:id="rId129"/>
    <p:sldLayoutId id="2147483683" r:id="rId130"/>
    <p:sldLayoutId id="2147483684" r:id="rId131"/>
    <p:sldLayoutId id="2147483685" r:id="rId132"/>
    <p:sldLayoutId id="2147483686" r:id="rId133"/>
    <p:sldLayoutId id="2147483687" r:id="rId134"/>
    <p:sldLayoutId id="2147483688" r:id="rId135"/>
    <p:sldLayoutId id="2147483689" r:id="rId136"/>
    <p:sldLayoutId id="2147483690" r:id="rId137"/>
    <p:sldLayoutId id="2147483691" r:id="rId138"/>
    <p:sldLayoutId id="2147483692" r:id="rId139"/>
    <p:sldLayoutId id="2147483693" r:id="rId140"/>
    <p:sldLayoutId id="2147483694" r:id="rId141"/>
    <p:sldLayoutId id="2147483695" r:id="rId142"/>
    <p:sldLayoutId id="2147483696" r:id="rId143"/>
    <p:sldLayoutId id="2147483697" r:id="rId144"/>
    <p:sldLayoutId id="2147483698" r:id="rId145"/>
    <p:sldLayoutId id="2147483699" r:id="rId146"/>
    <p:sldLayoutId id="2147483700" r:id="rId147"/>
    <p:sldLayoutId id="2147483702" r:id="rId148"/>
    <p:sldLayoutId id="2147483703" r:id="rId149"/>
    <p:sldLayoutId id="2147483704" r:id="rId150"/>
    <p:sldLayoutId id="2147483705" r:id="rId151"/>
    <p:sldLayoutId id="2147483706" r:id="rId152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16.xml><?xml version="1.0" encoding="utf-8"?>
<TemplafySlideFormConfiguration><![CDATA[{"formFields":[],"formDataEntries":[]}]]></TemplafySlideFormConfiguration>
</file>

<file path=customXml/item17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B924887-3FAA-4B8E-815F-481860E4E6AF}">
  <ds:schemaRefs/>
</ds:datastoreItem>
</file>

<file path=customXml/itemProps2.xml><?xml version="1.0" encoding="utf-8"?>
<ds:datastoreItem xmlns:ds="http://schemas.openxmlformats.org/officeDocument/2006/customXml" ds:itemID="{A87FB1B0-D223-4CF6-8EC4-E3E816F1CDBE}">
  <ds:schemaRefs/>
</ds:datastoreItem>
</file>

<file path=customXml/itemProps3.xml><?xml version="1.0" encoding="utf-8"?>
<ds:datastoreItem xmlns:ds="http://schemas.openxmlformats.org/officeDocument/2006/customXml" ds:itemID="{6AE2E849-5528-4C05-B1E8-DB80DA8BD7F1}">
  <ds:schemaRefs/>
</ds:datastoreItem>
</file>

<file path=customXml/itemProps4.xml><?xml version="1.0" encoding="utf-8"?>
<ds:datastoreItem xmlns:ds="http://schemas.openxmlformats.org/officeDocument/2006/customXml" ds:itemID="{3E86842F-01DA-4AAB-AA56-9F0B2F496397}">
  <ds:schemaRefs/>
</ds:datastoreItem>
</file>

<file path=customXml/itemProps5.xml><?xml version="1.0" encoding="utf-8"?>
<ds:datastoreItem xmlns:ds="http://schemas.openxmlformats.org/officeDocument/2006/customXml" ds:itemID="{D6A0B861-D97F-43C8-B3DF-13EB4CD7C21A}">
  <ds:schemaRefs/>
</ds:datastoreItem>
</file>

<file path=customXml/itemProps6.xml><?xml version="1.0" encoding="utf-8"?>
<ds:datastoreItem xmlns:ds="http://schemas.openxmlformats.org/officeDocument/2006/customXml" ds:itemID="{2A25ECD3-EA6C-4727-8DF2-5BDC9911D24C}">
  <ds:schemaRefs/>
</ds:datastoreItem>
</file>

<file path=customXml/itemProps7.xml><?xml version="1.0" encoding="utf-8"?>
<ds:datastoreItem xmlns:ds="http://schemas.openxmlformats.org/officeDocument/2006/customXml" ds:itemID="{F6CC31F5-13F1-4893-A918-27994DEE1E73}">
  <ds:schemaRefs/>
</ds:datastoreItem>
</file>

<file path=customXml/itemProps8.xml><?xml version="1.0" encoding="utf-8"?>
<ds:datastoreItem xmlns:ds="http://schemas.openxmlformats.org/officeDocument/2006/customXml" ds:itemID="{F1A1DCA2-547F-4B90-BE36-91B9AB619C93}">
  <ds:schemaRefs/>
</ds:datastoreItem>
</file>

<file path=customXml/itemProps9.xml><?xml version="1.0" encoding="utf-8"?>
<ds:datastoreItem xmlns:ds="http://schemas.openxmlformats.org/officeDocument/2006/customXml" ds:itemID="{772ABA4E-1FA2-4FC1-9A8A-C2C33BEC7DBE}">
  <ds:schemaRefs/>
</ds:datastoreItem>
</file>

<file path=customXml/itemProps10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ADCE6D4E-881A-4F21-8F46-6A112A7EEBE1}">
  <ds:schemaRefs/>
</ds:datastoreItem>
</file>

<file path=customXml/itemProps12.xml><?xml version="1.0" encoding="utf-8"?>
<ds:datastoreItem xmlns:ds="http://schemas.openxmlformats.org/officeDocument/2006/customXml" ds:itemID="{7FC3D2F9-C978-4F6C-9B95-BEE6303453CA}">
  <ds:schemaRefs/>
</ds:datastoreItem>
</file>

<file path=customXml/itemProps13.xml><?xml version="1.0" encoding="utf-8"?>
<ds:datastoreItem xmlns:ds="http://schemas.openxmlformats.org/officeDocument/2006/customXml" ds:itemID="{2E5DC17B-7CA5-47FA-BB10-51D0544A8F91}">
  <ds:schemaRefs/>
</ds:datastoreItem>
</file>

<file path=customXml/itemProps14.xml><?xml version="1.0" encoding="utf-8"?>
<ds:datastoreItem xmlns:ds="http://schemas.openxmlformats.org/officeDocument/2006/customXml" ds:itemID="{62D5B54B-6902-4F98-B23A-0118DB9EEDF4}">
  <ds:schemaRefs/>
</ds:datastoreItem>
</file>

<file path=customXml/itemProps15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customXml/itemProps16.xml><?xml version="1.0" encoding="utf-8"?>
<ds:datastoreItem xmlns:ds="http://schemas.openxmlformats.org/officeDocument/2006/customXml" ds:itemID="{BA1C3E13-54CF-4EC8-BFFC-847950BB2BA6}">
  <ds:schemaRefs/>
</ds:datastoreItem>
</file>

<file path=customXml/itemProps17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8.xml><?xml version="1.0" encoding="utf-8"?>
<ds:datastoreItem xmlns:ds="http://schemas.openxmlformats.org/officeDocument/2006/customXml" ds:itemID="{4F6381B7-CB4D-4A8E-AE8C-AD066D7465AA}">
  <ds:schemaRefs/>
</ds:datastoreItem>
</file>

<file path=customXml/itemProps19.xml><?xml version="1.0" encoding="utf-8"?>
<ds:datastoreItem xmlns:ds="http://schemas.openxmlformats.org/officeDocument/2006/customXml" ds:itemID="{D81E0773-B1DF-4187-B86B-A4CC89F4FFA3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Macintosh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Aptos</vt:lpstr>
      <vt:lpstr>Ericsson Hilda</vt:lpstr>
      <vt:lpstr>Ericsson Hilda ExtraBold</vt:lpstr>
      <vt:lpstr>Ericsson Hilda ExtraLight</vt:lpstr>
      <vt:lpstr>Ericsson Hilda Light</vt:lpstr>
      <vt:lpstr>Ericsson Technical Icons</vt:lpstr>
      <vt:lpstr>PresentationTemplate2025</vt:lpstr>
      <vt:lpstr>1_PresentationTemplate2021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17</cp:revision>
  <dcterms:created xsi:type="dcterms:W3CDTF">2026-01-12T11:19:33Z</dcterms:created>
  <dcterms:modified xsi:type="dcterms:W3CDTF">2026-10-07T09:11:34Z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