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0"/>
    <p:sldMasterId id="2147483707" r:id="rId21"/>
  </p:sldMasterIdLst>
  <p:notesMasterIdLst>
    <p:notesMasterId r:id="rId22"/>
  </p:notesMasterIdLst>
  <p:handoutMasterIdLst>
    <p:handoutMasterId r:id="rId23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1" autoAdjust="0"/>
    <p:restoredTop sz="94647"/>
  </p:normalViewPr>
  <p:slideViewPr>
    <p:cSldViewPr snapToGrid="0">
      <p:cViewPr varScale="1">
        <p:scale>
          <a:sx n="242" d="100"/>
          <a:sy n="242" d="100"/>
        </p:scale>
        <p:origin x="1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93" d="100"/>
          <a:sy n="193" d="100"/>
        </p:scale>
        <p:origin x="7896" y="2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slideMaster" Target="slideMasters/slideMaster1.xml"/><Relationship Id="rId21" Type="http://schemas.openxmlformats.org/officeDocument/2006/relationships/slideMaster" Target="slideMasters/slideMaster2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6BD25E9-3EE4-6315-19C7-2A541A7E63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3B43AF-08D0-5B95-FD9E-BDE35BF036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9DB08-0204-FF45-B45D-D96F9C704D75}" type="datetimeFigureOut">
              <a:rPr lang="es-ES" smtClean="0"/>
              <a:t>7/10/26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606970-A43E-C27B-4C53-D78E9CC31E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EC56AC-B7E0-CB52-BD5D-82CAC487C3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E457C-3B9A-AF46-B684-DFBB9E6EDC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0166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6DF60-6159-4558-8D07-00E18A77A54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0E5E0-7946-4FB1-A297-6AB0FA3AA7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0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emf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9900000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75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Title Page">
    <p:bg>
      <p:bgPr>
        <a:gradFill flip="none" rotWithShape="1"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3" y="2121418"/>
            <a:ext cx="9900000" cy="2048048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Title/cover page,   Ericsson Hilda Light 80pt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3" y="4329789"/>
            <a:ext cx="9900000" cy="843526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lang="en-US" sz="2400" b="0" kern="1400" spc="-160" baseline="0" dirty="0">
                <a:solidFill>
                  <a:schemeClr val="accent4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Description/subtitle/speaker… Ericsson Hilda Black 24pt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137CF1-DACA-3883-36F0-4953E52B1A2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22" y="5277365"/>
            <a:ext cx="2259542" cy="0"/>
          </a:xfrm>
          <a:prstGeom prst="line">
            <a:avLst/>
          </a:prstGeom>
          <a:solidFill>
            <a:schemeClr val="accent1"/>
          </a:solidFill>
          <a:ln w="38100" cap="rnd" cmpd="sng" algn="ctr">
            <a:solidFill>
              <a:srgbClr val="EFD4D3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DE968A4-40EF-C7ED-628E-BC446E1808EC}"/>
              </a:ext>
            </a:extLst>
          </p:cNvPr>
          <p:cNvSpPr txBox="1"/>
          <p:nvPr userDrawn="1"/>
        </p:nvSpPr>
        <p:spPr>
          <a:xfrm>
            <a:off x="1749287" y="1530626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s-ES" sz="2000" b="0" i="0" u="none" strike="noStrike" kern="1000" cap="none" spc="-3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2532" name="Operators logo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  <p:pic>
        <p:nvPicPr>
          <p:cNvPr id="22533" name="Logo (white)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08456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Title Only">
    <p:bg>
      <p:bgPr>
        <a:gradFill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Operators logo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  <p:pic>
        <p:nvPicPr>
          <p:cNvPr id="6" name="Logo (white)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7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Transition">
    <p:bg>
      <p:bgPr>
        <a:gradFill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2986709"/>
            <a:ext cx="9425752" cy="11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Operators logo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  <p:pic>
        <p:nvPicPr>
          <p:cNvPr id="6" name="Logo (white)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8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3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706563"/>
            <a:ext cx="11233150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89219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706563"/>
            <a:ext cx="8307730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494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782E2F-86DB-86D4-DCF9-8958746105F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1709736"/>
            <a:ext cx="3577975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B75A00BE-CA97-A854-15C7-7465405CB5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07010" y="1709736"/>
            <a:ext cx="3577975" cy="3661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0F2B03B-4F5D-BA62-9CAC-D574877D0F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34595" y="1709736"/>
            <a:ext cx="3577975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5694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9700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4086701"/>
            <a:ext cx="11233150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3583216"/>
            <a:ext cx="11233150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4252193"/>
            <a:ext cx="8307730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4086701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4086701"/>
            <a:ext cx="5570855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3583216"/>
            <a:ext cx="5570855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425219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4252193"/>
            <a:ext cx="4108145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Chart lower 1"/>
          <p:cNvSpPr>
            <a:spLocks noGrp="1"/>
          </p:cNvSpPr>
          <p:nvPr>
            <p:ph sz="quarter" idx="14" hasCustomPrompt="1"/>
          </p:nvPr>
        </p:nvSpPr>
        <p:spPr>
          <a:xfrm>
            <a:off x="481052" y="4102886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hart lower 2"/>
          <p:cNvSpPr>
            <a:spLocks noGrp="1"/>
          </p:cNvSpPr>
          <p:nvPr>
            <p:ph sz="quarter" idx="15" hasCustomPrompt="1"/>
          </p:nvPr>
        </p:nvSpPr>
        <p:spPr>
          <a:xfrm>
            <a:off x="4332814" y="4100980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low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84575" y="4102886"/>
            <a:ext cx="3528000" cy="2136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3583216"/>
            <a:ext cx="3683423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4252193"/>
            <a:ext cx="2708283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4086701"/>
            <a:ext cx="2739707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3583216"/>
            <a:ext cx="2739707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4252193"/>
            <a:ext cx="2008352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4086701"/>
            <a:ext cx="2173478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3583216"/>
            <a:ext cx="2173478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4252193"/>
            <a:ext cx="1588394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4086701"/>
            <a:ext cx="1795991" cy="2150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3583216"/>
            <a:ext cx="1795991" cy="178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4252193"/>
            <a:ext cx="1308421" cy="2454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3339359"/>
            <a:ext cx="11233150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4834043"/>
            <a:ext cx="11233150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957665"/>
            <a:ext cx="11233150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4208767"/>
            <a:ext cx="11233150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3403650"/>
            <a:ext cx="8307730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5100737"/>
            <a:ext cx="8307730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3339359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3339359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834043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4834043"/>
            <a:ext cx="5570855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57665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957665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08767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4208767"/>
            <a:ext cx="5570855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403650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3403650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5100737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5100737"/>
            <a:ext cx="4108145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3339359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3339359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3339359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834043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4834043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4834043"/>
            <a:ext cx="3683423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957665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957665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957665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08767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4208767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4208767"/>
            <a:ext cx="3683423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403650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3403650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3403650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5100737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5100737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5100737"/>
            <a:ext cx="2708283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3339359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4834043"/>
            <a:ext cx="2739707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957665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4208767"/>
            <a:ext cx="2739707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3403650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5100737"/>
            <a:ext cx="2008352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3339359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4834043"/>
            <a:ext cx="2173478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957665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4208767"/>
            <a:ext cx="2173478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3403650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5100737"/>
            <a:ext cx="1588394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3339359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4834043"/>
            <a:ext cx="1795991" cy="14032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957665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4208767"/>
            <a:ext cx="1795991" cy="1159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3403650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5100737"/>
            <a:ext cx="1308421" cy="1605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2965688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4086701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5207714"/>
            <a:ext cx="11233150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644889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583215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521541"/>
            <a:ext cx="11233150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979378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4252193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5525008"/>
            <a:ext cx="8307730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965688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965688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086701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4086701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5207714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5207714"/>
            <a:ext cx="5570855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644889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644889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583215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3583215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521541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4521541"/>
            <a:ext cx="5570855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7937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97937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5219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4252193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552500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5525008"/>
            <a:ext cx="4108145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2965688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2965688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2965688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4086701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4086701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79425" y="5207714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4288" y="5207714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029151" y="5207714"/>
            <a:ext cx="3683423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644889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644889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644889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5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3583215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3583215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4521541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288" y="4521541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29151" y="4521541"/>
            <a:ext cx="3683423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97937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297937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297937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425219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4252193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552500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79148" y="552500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78871" y="5525008"/>
            <a:ext cx="2708283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2965688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4086701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10572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41719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972866" y="5207714"/>
            <a:ext cx="2739707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644889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3583215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0572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41719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972866" y="4521541"/>
            <a:ext cx="2739707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297937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4252193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579217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679009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778801" y="5525008"/>
            <a:ext cx="2008352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2965688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4086701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744343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009261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274179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539097" y="5207714"/>
            <a:ext cx="2173478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644889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3583215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744343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009261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274179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539097" y="4521541"/>
            <a:ext cx="2173478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297937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4252193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159259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39093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518927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198761" y="5525008"/>
            <a:ext cx="1588394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2965688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4086701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79425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66856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254287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141718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29149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16580" y="5207714"/>
            <a:ext cx="1795991" cy="10295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644889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3583215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366856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54287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41718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29149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9916580" y="4521541"/>
            <a:ext cx="1795991" cy="846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297937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4252193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1879286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279147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679008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78869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478730" y="5525008"/>
            <a:ext cx="1308421" cy="1181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274148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363829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453510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5431915"/>
            <a:ext cx="11233150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457224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207885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958546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709207"/>
            <a:ext cx="11233150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724815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743067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761319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5779571"/>
            <a:ext cx="8307730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74148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74148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63829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363829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53510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453510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543191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20" y="5431915"/>
            <a:ext cx="5570855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457224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457224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207885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3207885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958546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3958546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709207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20" y="4709207"/>
            <a:ext cx="5570855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724815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724815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743067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3743067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761319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4761319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779571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10" y="5779571"/>
            <a:ext cx="4108145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274148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274148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274148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363829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363829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363829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79425" y="453510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4288" y="453510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029151" y="453510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543191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54288" y="543191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029151" y="5431915"/>
            <a:ext cx="3683423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457224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457224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457224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207885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3207885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3207885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3958546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288" y="3958546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29151" y="3958546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709207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54288" y="4709207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029151" y="4709207"/>
            <a:ext cx="3683423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724815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2724815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2724815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743067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3743067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3743067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4761319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79148" y="4761319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78871" y="4761319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779571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279148" y="5779571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078871" y="5779571"/>
            <a:ext cx="2708283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274148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363829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10572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41719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972866" y="453510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79425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10572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41719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8972866" y="5431915"/>
            <a:ext cx="2739707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457224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3207885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0572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41719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972866" y="3958546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310572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141719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972866" y="4709207"/>
            <a:ext cx="2739707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2724815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3743067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579217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679009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778801" y="4761319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579217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679009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78801" y="5779571"/>
            <a:ext cx="2008352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274148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363829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744343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009261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274179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539097" y="453510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79425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2744343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09261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274179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539097" y="5431915"/>
            <a:ext cx="2173478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457224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3207885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744343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009261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274179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539097" y="3958546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744343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5009261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274179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539097" y="4709207"/>
            <a:ext cx="2173478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2724815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3743067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159259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39093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518927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198761" y="4761319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159259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839093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518927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7198761" y="5779571"/>
            <a:ext cx="1588394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274148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363829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79425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66856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254287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141718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29149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16580" y="453510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79425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2366856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254287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141718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029149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916580" y="5431915"/>
            <a:ext cx="1795991" cy="8053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457224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3207885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366856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54287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41718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29149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9916580" y="3958546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2366856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254287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141718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029149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916580" y="4709207"/>
            <a:ext cx="1795991" cy="659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2724815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3743067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1879286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279147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679008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78869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478730" y="4761319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1879286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279147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679008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078869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478730" y="5779571"/>
            <a:ext cx="1308421" cy="92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9425" y="2592017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3339359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4086701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4834043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5581385"/>
            <a:ext cx="11233150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1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332114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957665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3583216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4208767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4834318"/>
            <a:ext cx="11233150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1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2555106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3403649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4252192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5100735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5949278"/>
            <a:ext cx="8307730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41720" y="184467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2592017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0" y="2592017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3339359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41720" y="3339359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4086701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41720" y="4086701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4834043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20" y="4834043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558138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41720" y="5581385"/>
            <a:ext cx="5570855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1720" y="1706563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332114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0" y="2332114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957665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41720" y="2957665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583216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1720" y="3583216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4208767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20" y="4208767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4834318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41720" y="4834318"/>
            <a:ext cx="5570855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2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9010" y="1706563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2555106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10" y="2555106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3403649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010" y="3403649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52192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79010" y="4252192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5100735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10" y="5100735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949278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679010" y="5949278"/>
            <a:ext cx="4108145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54288" y="184467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29151" y="184467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2592017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4288" y="2592017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29151" y="2592017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3339359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54288" y="3339359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29151" y="3339359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79425" y="4086701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4288" y="4086701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029151" y="4086701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834043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54288" y="4834043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029151" y="4834043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558138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254288" y="558138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029151" y="5581385"/>
            <a:ext cx="3683423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3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54288" y="1706563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9151" y="1706563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332114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4288" y="2332114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29151" y="2332114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957665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4288" y="2957665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029151" y="2957665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3583216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288" y="3583216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29151" y="3583216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08767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54288" y="4208767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029151" y="4208767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834318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254288" y="4834318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029151" y="4834318"/>
            <a:ext cx="3683423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3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79148" y="1706563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8871" y="1706563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2555106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9148" y="2555106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78871" y="2555106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3403649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9148" y="3403649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8871" y="3403649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9425" y="4252192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79148" y="4252192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78871" y="4252192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5100735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279148" y="5100735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078871" y="5100735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5949278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79148" y="5949278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078871" y="5949278"/>
            <a:ext cx="2708283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10572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19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72866" y="184467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9425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0572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41719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72866" y="2592017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9425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10572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41719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72866" y="3339359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10572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41719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972866" y="4086701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79425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10572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41719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8972866" y="4834043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79425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310572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141719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6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972866" y="5581385"/>
            <a:ext cx="2739707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4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10572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19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2866" y="1706563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0572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41719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2866" y="2332114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0572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41719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972866" y="2957665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0572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41719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972866" y="3583216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310572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141719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972866" y="4208767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310572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141719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6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972866" y="4834318"/>
            <a:ext cx="2739707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4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79217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9009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8801" y="1706563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579217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79009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78801" y="2555106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425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79217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679009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8801" y="3403649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579217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679009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778801" y="4252192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579217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679009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78801" y="5100735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579217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679009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6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778801" y="5949278"/>
            <a:ext cx="2008352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44343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09261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74179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39097" y="184467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9425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4343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9261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74179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39097" y="2592017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79425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44343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09261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274179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539097" y="3339359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79425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744343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009261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274179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539097" y="4086701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79425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2744343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09261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274179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539097" y="4834043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79425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2744343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5009261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Chart 6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7274179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Chart 6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539097" y="5581385"/>
            <a:ext cx="2173478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5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343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9261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179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39097" y="1706563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44343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09261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74179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539097" y="2332114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44343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009261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274179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539097" y="2957665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744343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009261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274179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539097" y="3583216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744343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5009261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274179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539097" y="4208767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2744343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5009261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6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7274179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6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539097" y="4834318"/>
            <a:ext cx="2173478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5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59259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39093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8927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8761" y="1706563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159259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39093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18927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8761" y="2555106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59259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39093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518927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98761" y="3403649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25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159259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39093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518927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198761" y="4252192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79425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2159259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839093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518927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7198761" y="5100735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2159259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839093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6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5518927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6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198761" y="5949278"/>
            <a:ext cx="1588394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6856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4287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18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29149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916580" y="184467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9425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366856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287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41718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29149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16580" y="2592017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5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66856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54287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41718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029149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16580" y="3339359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79425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66856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254287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141718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29149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16580" y="4086701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79425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2366856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254287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141718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029149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916580" y="4834043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9" name="Chart 6-1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479425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Chart 6-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2366856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1" name="Chart 6-3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4254287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2" name="Chart 6-4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6141718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3" name="Chart 6-5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8029149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4" name="Chart 6-6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9916580" y="5581385"/>
            <a:ext cx="1795991" cy="6559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6 columns + comments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66856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287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18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29149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16580" y="1706563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366856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54287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1718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29149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16580" y="2332114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366856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4287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41718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029149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916580" y="2957665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366856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54287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41718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29149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9916580" y="3583216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2366856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254287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141718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029149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916580" y="4208767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hart 6-1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79425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hart 6-2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366856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Chart 6-3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4254287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hart 6-4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6141718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Chart 6-5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8029149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Chart 6-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46"/>
          </p:nvPr>
        </p:nvSpPr>
        <p:spPr>
          <a:xfrm>
            <a:off x="9916580" y="4834318"/>
            <a:ext cx="1795991" cy="53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6 rows + 6 column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hart 1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1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79286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hart 1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147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hart 1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9008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hart 1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78869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hart 1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78730" y="1706563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hart 2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hart 2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879286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hart 2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79147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hart 2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79008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hart 2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78869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hart 2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478730" y="2555106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hart 3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hart 3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79286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hart 3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79147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hart 3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79008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hart 3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078869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hart 3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78730" y="3403649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hart 4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9425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hart 4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1879286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hart 4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279147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hart 4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679008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hart 4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78869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hart 4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478730" y="4252192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hart 5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5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hart 5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1879286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hart 5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279147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hart 5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679008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Chart 5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078869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hart 5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7478730" y="5100735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hart 6-1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79425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hart 6-2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1879286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Chart 6-3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3279147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hart 6-4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4679008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Chart 6-5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6078869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Chart 6-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46"/>
          </p:nvPr>
        </p:nvSpPr>
        <p:spPr>
          <a:xfrm>
            <a:off x="7478730" y="5949278"/>
            <a:ext cx="1308421" cy="757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79000">
              <a:srgbClr val="9579BC">
                <a:lumMod val="79000"/>
              </a:srgbClr>
            </a:gs>
            <a:gs pos="35000">
              <a:srgbClr val="A37ACE">
                <a:lumMod val="52000"/>
              </a:srgbClr>
            </a:gs>
            <a:gs pos="0">
              <a:srgbClr val="7030A0"/>
            </a:gs>
            <a:gs pos="100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113098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09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Black Transi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3" y="2986709"/>
            <a:ext cx="9900000" cy="11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Operators logo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  <p:pic>
        <p:nvPicPr>
          <p:cNvPr id="6" name="Logo (white)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6138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3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5856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4104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631235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2969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3968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537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4161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774475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2042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920273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0093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7892329"/>
      </p:ext>
    </p:extLst>
  </p:cSld>
  <p:clrMapOvr>
    <a:masterClrMapping/>
  </p:clrMapOvr>
  <p:hf sldNum="0" hdr="0" ftr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39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449106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0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881962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013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17565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409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8115800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5215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855563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4642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80625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8735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65226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3248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667068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518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924951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7448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</p:spTree>
    <p:extLst>
      <p:ext uri="{BB962C8B-B14F-4D97-AF65-F5344CB8AC3E}">
        <p14:creationId xmlns:p14="http://schemas.microsoft.com/office/powerpoint/2010/main" val="2160505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70038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EF47-A155-4815-8E3B-40C76284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BA25-551C-447C-A896-CC8080E6E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A6C5-3BB4-4AB0-91A2-43BA454C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DE01-2FF0-4867-B3DB-3EC28137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FE546-C229-4940-81D2-FAE4B25A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62096F-0B2A-43BE-BAC2-156D1E5A22B7}" type="slidenum">
              <a:rPr lang="en-US" smtClean="0">
                <a:solidFill>
                  <a:srgbClr val="001155"/>
                </a:solidFill>
                <a:cs typeface="+mn-cs"/>
              </a:rPr>
              <a:pPr>
                <a:defRPr/>
              </a:pPr>
              <a:t>‹Nº›</a:t>
            </a:fld>
            <a:endParaRPr lang="en-US">
              <a:solidFill>
                <a:srgbClr val="001155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25559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23aef9-865f-46e0-9feb-85e9b06e34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640548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f26b25-7c56-47e9-8e69-7c9c8de37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24266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2032059171"/>
      </p:ext>
    </p:extLst>
  </p:cSld>
  <p:clrMapOvr>
    <a:masterClrMapping/>
  </p:clrMapOvr>
  <p:hf sldNum="0" hdr="0" ftr="0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643720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D9DB7BA-3A2F-46BA-A617-2A049434CD6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38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93892093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5486323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6654486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1028693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84594709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rows +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460533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4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018439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2365518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1813" y="4309200"/>
            <a:ext cx="6048375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79B00C-7C1F-4F17-8D52-31D787A1234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06895" y="2854112"/>
            <a:ext cx="1163145" cy="11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3872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479892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note Cover Page w.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2554F4-437E-411D-B2B2-6A58D58580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-3048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49"/>
            <a:ext cx="8353426" cy="3456000"/>
          </a:xfr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lang="en-US" sz="8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Keynote cover page </a:t>
            </a:r>
            <a:br>
              <a:rPr lang="en-US"/>
            </a:br>
            <a:r>
              <a:rPr lang="en-US"/>
              <a:t>Ericsson Hilda Light 80pt, max 3-lines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149725"/>
            <a:ext cx="5472113" cy="2087563"/>
          </a:xfrm>
          <a:prstGeom prst="rect">
            <a:avLst/>
          </a:prstGeom>
        </p:spPr>
        <p:txBody>
          <a:bodyPr r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Speaker,</a:t>
            </a:r>
            <a:br>
              <a:rPr lang="en-US"/>
            </a:br>
            <a:r>
              <a:rPr lang="en-US"/>
              <a:t>Ericsson Black, Ericsson Hilda 20pt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753C092-06FE-4B22-BAB1-EBEB69074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866A1512-27D5-4CA8-94C5-10E56C30705D}"/>
              </a:ext>
            </a:extLst>
          </p:cNvPr>
          <p:cNvSpPr txBox="1"/>
          <p:nvPr userDrawn="1"/>
        </p:nvSpPr>
        <p:spPr>
          <a:xfrm>
            <a:off x="396000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FirstDividerHider">
            <a:extLst>
              <a:ext uri="{FF2B5EF4-FFF2-40B4-BE49-F238E27FC236}">
                <a16:creationId xmlns:a16="http://schemas.microsoft.com/office/drawing/2014/main" id="{30276571-778A-43C8-820D-4E055433343F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7047302"/>
      </p:ext>
    </p:extLst>
  </p:cSld>
  <p:clrMapOvr>
    <a:masterClrMapping/>
  </p:clrMapOvr>
  <p:hf sldNum="0" hdr="0" ftr="0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276473960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D1EC-7035-7162-3D49-453CAB62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CA374-22C6-10E4-B949-DB8D84B0C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A6CEB-EDCC-F2FE-4644-90599486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7A04-4D14-4FB4-ABC3-4FF79A2401A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73BD8-4B85-9069-3BD9-B47B39CD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07A9-583F-83A7-FC2A-8C48950B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E183-6F7B-4689-9F59-5F64BE4E64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0305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74EB-9121-12F5-0BB1-B62827FFC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35119-7FD8-4D80-EA3D-B3AC4F3ED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989CB-11D3-C644-1FEF-B88D9467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C93B-D740-4A24-9033-971140705A3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28F01-86E2-7CCD-961D-1736AD60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DABC-0E7B-9D4B-E47D-02AF5B93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44C3-3010-471A-8BD1-91611E7237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620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slideLayout" Target="../slideLayouts/slideLayout108.xml"/><Relationship Id="rId109" Type="http://schemas.openxmlformats.org/officeDocument/2006/relationships/slideLayout" Target="../slideLayouts/slideLayout109.xml"/><Relationship Id="rId110" Type="http://schemas.openxmlformats.org/officeDocument/2006/relationships/slideLayout" Target="../slideLayouts/slideLayout110.xml"/><Relationship Id="rId111" Type="http://schemas.openxmlformats.org/officeDocument/2006/relationships/slideLayout" Target="../slideLayouts/slideLayout111.xml"/><Relationship Id="rId112" Type="http://schemas.openxmlformats.org/officeDocument/2006/relationships/slideLayout" Target="../slideLayouts/slideLayout112.xml"/><Relationship Id="rId113" Type="http://schemas.openxmlformats.org/officeDocument/2006/relationships/slideLayout" Target="../slideLayouts/slideLayout113.xml"/><Relationship Id="rId114" Type="http://schemas.openxmlformats.org/officeDocument/2006/relationships/slideLayout" Target="../slideLayouts/slideLayout114.xml"/><Relationship Id="rId115" Type="http://schemas.openxmlformats.org/officeDocument/2006/relationships/slideLayout" Target="../slideLayouts/slideLayout115.xml"/><Relationship Id="rId116" Type="http://schemas.openxmlformats.org/officeDocument/2006/relationships/slideLayout" Target="../slideLayouts/slideLayout116.xml"/><Relationship Id="rId117" Type="http://schemas.openxmlformats.org/officeDocument/2006/relationships/slideLayout" Target="../slideLayouts/slideLayout117.xml"/><Relationship Id="rId118" Type="http://schemas.openxmlformats.org/officeDocument/2006/relationships/slideLayout" Target="../slideLayouts/slideLayout118.xml"/><Relationship Id="rId119" Type="http://schemas.openxmlformats.org/officeDocument/2006/relationships/slideLayout" Target="../slideLayouts/slideLayout119.xml"/><Relationship Id="rId120" Type="http://schemas.openxmlformats.org/officeDocument/2006/relationships/slideLayout" Target="../slideLayouts/slideLayout120.xml"/><Relationship Id="rId121" Type="http://schemas.openxmlformats.org/officeDocument/2006/relationships/slideLayout" Target="../slideLayouts/slideLayout121.xml"/><Relationship Id="rId122" Type="http://schemas.openxmlformats.org/officeDocument/2006/relationships/slideLayout" Target="../slideLayouts/slideLayout122.xml"/><Relationship Id="rId123" Type="http://schemas.openxmlformats.org/officeDocument/2006/relationships/slideLayout" Target="../slideLayouts/slideLayout123.xml"/><Relationship Id="rId124" Type="http://schemas.openxmlformats.org/officeDocument/2006/relationships/slideLayout" Target="../slideLayouts/slideLayout124.xml"/><Relationship Id="rId125" Type="http://schemas.openxmlformats.org/officeDocument/2006/relationships/slideLayout" Target="../slideLayouts/slideLayout125.xml"/><Relationship Id="rId126" Type="http://schemas.openxmlformats.org/officeDocument/2006/relationships/slideLayout" Target="../slideLayouts/slideLayout126.xml"/><Relationship Id="rId127" Type="http://schemas.openxmlformats.org/officeDocument/2006/relationships/slideLayout" Target="../slideLayouts/slideLayout127.xml"/><Relationship Id="rId128" Type="http://schemas.openxmlformats.org/officeDocument/2006/relationships/slideLayout" Target="../slideLayouts/slideLayout128.xml"/><Relationship Id="rId129" Type="http://schemas.openxmlformats.org/officeDocument/2006/relationships/slideLayout" Target="../slideLayouts/slideLayout129.xml"/><Relationship Id="rId130" Type="http://schemas.openxmlformats.org/officeDocument/2006/relationships/slideLayout" Target="../slideLayouts/slideLayout130.xml"/><Relationship Id="rId131" Type="http://schemas.openxmlformats.org/officeDocument/2006/relationships/slideLayout" Target="../slideLayouts/slideLayout131.xml"/><Relationship Id="rId132" Type="http://schemas.openxmlformats.org/officeDocument/2006/relationships/slideLayout" Target="../slideLayouts/slideLayout132.xml"/><Relationship Id="rId133" Type="http://schemas.openxmlformats.org/officeDocument/2006/relationships/slideLayout" Target="../slideLayouts/slideLayout133.xml"/><Relationship Id="rId134" Type="http://schemas.openxmlformats.org/officeDocument/2006/relationships/slideLayout" Target="../slideLayouts/slideLayout134.xml"/><Relationship Id="rId135" Type="http://schemas.openxmlformats.org/officeDocument/2006/relationships/slideLayout" Target="../slideLayouts/slideLayout135.xml"/><Relationship Id="rId136" Type="http://schemas.openxmlformats.org/officeDocument/2006/relationships/slideLayout" Target="../slideLayouts/slideLayout136.xml"/><Relationship Id="rId137" Type="http://schemas.openxmlformats.org/officeDocument/2006/relationships/slideLayout" Target="../slideLayouts/slideLayout137.xml"/><Relationship Id="rId138" Type="http://schemas.openxmlformats.org/officeDocument/2006/relationships/slideLayout" Target="../slideLayouts/slideLayout138.xml"/><Relationship Id="rId139" Type="http://schemas.openxmlformats.org/officeDocument/2006/relationships/slideLayout" Target="../slideLayouts/slideLayout139.xml"/><Relationship Id="rId140" Type="http://schemas.openxmlformats.org/officeDocument/2006/relationships/slideLayout" Target="../slideLayouts/slideLayout140.xml"/><Relationship Id="rId141" Type="http://schemas.openxmlformats.org/officeDocument/2006/relationships/slideLayout" Target="../slideLayouts/slideLayout141.xml"/><Relationship Id="rId142" Type="http://schemas.openxmlformats.org/officeDocument/2006/relationships/slideLayout" Target="../slideLayouts/slideLayout142.xml"/><Relationship Id="rId143" Type="http://schemas.openxmlformats.org/officeDocument/2006/relationships/slideLayout" Target="../slideLayouts/slideLayout143.xml"/><Relationship Id="rId144" Type="http://schemas.openxmlformats.org/officeDocument/2006/relationships/slideLayout" Target="../slideLayouts/slideLayout144.xml"/><Relationship Id="rId145" Type="http://schemas.openxmlformats.org/officeDocument/2006/relationships/slideLayout" Target="../slideLayouts/slideLayout145.xml"/><Relationship Id="rId146" Type="http://schemas.openxmlformats.org/officeDocument/2006/relationships/slideLayout" Target="../slideLayouts/slideLayout146.xml"/><Relationship Id="rId147" Type="http://schemas.openxmlformats.org/officeDocument/2006/relationships/slideLayout" Target="../slideLayouts/slideLayout147.xml"/><Relationship Id="rId148" Type="http://schemas.openxmlformats.org/officeDocument/2006/relationships/slideLayout" Target="../slideLayouts/slideLayout148.xml"/><Relationship Id="rId149" Type="http://schemas.openxmlformats.org/officeDocument/2006/relationships/slideLayout" Target="../slideLayouts/slideLayout149.xml"/><Relationship Id="rId150" Type="http://schemas.openxmlformats.org/officeDocument/2006/relationships/slideLayout" Target="../slideLayouts/slideLayout150.xml"/><Relationship Id="rId151" Type="http://schemas.openxmlformats.org/officeDocument/2006/relationships/slideLayout" Target="../slideLayouts/slideLayout151.xml"/><Relationship Id="rId152" Type="http://schemas.openxmlformats.org/officeDocument/2006/relationships/slideLayout" Target="../slideLayouts/slideLayout152.xml"/><Relationship Id="rId153" Type="http://schemas.openxmlformats.org/officeDocument/2006/relationships/theme" Target="../theme/theme1.xml"/><Relationship Id="rId154" Type="http://schemas.openxmlformats.org/officeDocument/2006/relationships/image" Target="../media/image1.emf"/><Relationship Id="rId155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59.xml"/><Relationship Id="rId8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3.xml"/><Relationship Id="rId12" Type="http://schemas.openxmlformats.org/officeDocument/2006/relationships/slideLayout" Target="../slideLayouts/slideLayout164.xml"/><Relationship Id="rId13" Type="http://schemas.openxmlformats.org/officeDocument/2006/relationships/slideLayout" Target="../slideLayouts/slideLayout165.xml"/><Relationship Id="rId14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67.xml"/><Relationship Id="rId16" Type="http://schemas.openxmlformats.org/officeDocument/2006/relationships/slideLayout" Target="../slideLayouts/slideLayout168.xml"/><Relationship Id="rId17" Type="http://schemas.openxmlformats.org/officeDocument/2006/relationships/slideLayout" Target="../slideLayouts/slideLayout169.xml"/><Relationship Id="rId18" Type="http://schemas.openxmlformats.org/officeDocument/2006/relationships/theme" Target="../theme/theme2.xml"/><Relationship Id="rId19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5" y="476250"/>
            <a:ext cx="99000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ADDB58AC-4EFC-E7F9-0735-7729D36BFF82}"/>
              </a:ext>
            </a:extLst>
          </p:cNvPr>
          <p:cNvPicPr>
            <a:picLocks noChangeAspect="1"/>
          </p:cNvPicPr>
          <p:nvPr userDrawn="1"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347" y="429420"/>
            <a:ext cx="482228" cy="482439"/>
          </a:xfrm>
          <a:prstGeom prst="rect">
            <a:avLst/>
          </a:prstGeom>
        </p:spPr>
      </p:pic>
      <p:pic>
        <p:nvPicPr>
          <p:cNvPr id="4" name="Graphic 6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10418145" y="476250"/>
            <a:ext cx="773481" cy="39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4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5" r:id="rId3"/>
    <p:sldLayoutId id="2147483736" r:id="rId4"/>
    <p:sldLayoutId id="2147483701" r:id="rId5"/>
    <p:sldLayoutId id="2147483667" r:id="rId6"/>
    <p:sldLayoutId id="2147483725" r:id="rId7"/>
    <p:sldLayoutId id="2147483728" r:id="rId8"/>
    <p:sldLayoutId id="2147483671" r:id="rId9"/>
    <p:sldLayoutId id="2147483752" r:id="rId10"/>
    <p:sldLayoutId id="2147483751" r:id="rId11"/>
    <p:sldLayoutId id="2147483673" r:id="rId12"/>
    <p:sldLayoutId id="2147483727" r:id="rId13"/>
    <p:sldLayoutId id="2147483762" r:id="rId14"/>
    <p:sldLayoutId id="2147483675" r:id="rId15"/>
    <p:sldLayoutId id="2147483763" r:id="rId16"/>
    <p:sldLayoutId id="2147483764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65" r:id="rId24"/>
    <p:sldLayoutId id="2147483740" r:id="rId25"/>
    <p:sldLayoutId id="2147483739" r:id="rId26"/>
    <p:sldLayoutId id="2147483766" r:id="rId27"/>
    <p:sldLayoutId id="2147483753" r:id="rId28"/>
    <p:sldLayoutId id="2147483741" r:id="rId29"/>
    <p:sldLayoutId id="2147483738" r:id="rId30"/>
    <p:sldLayoutId id="2147483744" r:id="rId31"/>
    <p:sldLayoutId id="2147483743" r:id="rId32"/>
    <p:sldLayoutId id="2147483767" r:id="rId33"/>
    <p:sldLayoutId id="2147483746" r:id="rId34"/>
    <p:sldLayoutId id="2147483745" r:id="rId35"/>
    <p:sldLayoutId id="2147483768" r:id="rId36"/>
    <p:sldLayoutId id="2147483748" r:id="rId37"/>
    <p:sldLayoutId id="2147483747" r:id="rId38"/>
    <p:sldLayoutId id="2147483769" r:id="rId39"/>
    <p:sldLayoutId id="2147483750" r:id="rId40"/>
    <p:sldLayoutId id="2147483749" r:id="rId41"/>
    <p:sldLayoutId id="2147483780" r:id="rId42"/>
    <p:sldLayoutId id="2147483781" r:id="rId43"/>
    <p:sldLayoutId id="2147483782" r:id="rId44"/>
    <p:sldLayoutId id="2147483770" r:id="rId45"/>
    <p:sldLayoutId id="2147483755" r:id="rId46"/>
    <p:sldLayoutId id="2147483754" r:id="rId47"/>
    <p:sldLayoutId id="2147483783" r:id="rId48"/>
    <p:sldLayoutId id="2147483784" r:id="rId49"/>
    <p:sldLayoutId id="2147483785" r:id="rId50"/>
    <p:sldLayoutId id="2147483786" r:id="rId51"/>
    <p:sldLayoutId id="2147483787" r:id="rId52"/>
    <p:sldLayoutId id="2147483788" r:id="rId53"/>
    <p:sldLayoutId id="2147483789" r:id="rId54"/>
    <p:sldLayoutId id="2147483790" r:id="rId55"/>
    <p:sldLayoutId id="2147483791" r:id="rId56"/>
    <p:sldLayoutId id="2147483792" r:id="rId57"/>
    <p:sldLayoutId id="2147483793" r:id="rId58"/>
    <p:sldLayoutId id="2147483794" r:id="rId59"/>
    <p:sldLayoutId id="2147483795" r:id="rId60"/>
    <p:sldLayoutId id="2147483796" r:id="rId61"/>
    <p:sldLayoutId id="2147483797" r:id="rId62"/>
    <p:sldLayoutId id="2147483771" r:id="rId63"/>
    <p:sldLayoutId id="2147483757" r:id="rId64"/>
    <p:sldLayoutId id="2147483756" r:id="rId65"/>
    <p:sldLayoutId id="2147483798" r:id="rId66"/>
    <p:sldLayoutId id="2147483799" r:id="rId67"/>
    <p:sldLayoutId id="2147483800" r:id="rId68"/>
    <p:sldLayoutId id="2147483801" r:id="rId69"/>
    <p:sldLayoutId id="2147483802" r:id="rId70"/>
    <p:sldLayoutId id="2147483803" r:id="rId71"/>
    <p:sldLayoutId id="2147483804" r:id="rId72"/>
    <p:sldLayoutId id="2147483805" r:id="rId73"/>
    <p:sldLayoutId id="2147483806" r:id="rId74"/>
    <p:sldLayoutId id="2147483807" r:id="rId75"/>
    <p:sldLayoutId id="2147483808" r:id="rId76"/>
    <p:sldLayoutId id="2147483809" r:id="rId77"/>
    <p:sldLayoutId id="2147483810" r:id="rId78"/>
    <p:sldLayoutId id="2147483811" r:id="rId79"/>
    <p:sldLayoutId id="2147483812" r:id="rId80"/>
    <p:sldLayoutId id="2147483772" r:id="rId81"/>
    <p:sldLayoutId id="2147483759" r:id="rId82"/>
    <p:sldLayoutId id="2147483758" r:id="rId83"/>
    <p:sldLayoutId id="2147483813" r:id="rId84"/>
    <p:sldLayoutId id="2147483814" r:id="rId85"/>
    <p:sldLayoutId id="2147483815" r:id="rId86"/>
    <p:sldLayoutId id="2147483816" r:id="rId87"/>
    <p:sldLayoutId id="2147483817" r:id="rId88"/>
    <p:sldLayoutId id="2147483818" r:id="rId89"/>
    <p:sldLayoutId id="2147483819" r:id="rId90"/>
    <p:sldLayoutId id="2147483820" r:id="rId91"/>
    <p:sldLayoutId id="2147483821" r:id="rId92"/>
    <p:sldLayoutId id="2147483822" r:id="rId93"/>
    <p:sldLayoutId id="2147483823" r:id="rId94"/>
    <p:sldLayoutId id="2147483824" r:id="rId95"/>
    <p:sldLayoutId id="2147483825" r:id="rId96"/>
    <p:sldLayoutId id="2147483826" r:id="rId97"/>
    <p:sldLayoutId id="2147483827" r:id="rId98"/>
    <p:sldLayoutId id="2147483773" r:id="rId99"/>
    <p:sldLayoutId id="2147483761" r:id="rId100"/>
    <p:sldLayoutId id="2147483760" r:id="rId101"/>
    <p:sldLayoutId id="2147483828" r:id="rId102"/>
    <p:sldLayoutId id="2147483829" r:id="rId103"/>
    <p:sldLayoutId id="2147483830" r:id="rId104"/>
    <p:sldLayoutId id="2147483831" r:id="rId105"/>
    <p:sldLayoutId id="2147483832" r:id="rId106"/>
    <p:sldLayoutId id="2147483833" r:id="rId107"/>
    <p:sldLayoutId id="2147483834" r:id="rId108"/>
    <p:sldLayoutId id="2147483835" r:id="rId109"/>
    <p:sldLayoutId id="2147483836" r:id="rId110"/>
    <p:sldLayoutId id="2147483837" r:id="rId111"/>
    <p:sldLayoutId id="2147483838" r:id="rId112"/>
    <p:sldLayoutId id="2147483839" r:id="rId113"/>
    <p:sldLayoutId id="2147483663" r:id="rId114"/>
    <p:sldLayoutId id="2147483664" r:id="rId115"/>
    <p:sldLayoutId id="2147483737" r:id="rId116"/>
    <p:sldLayoutId id="2147483666" r:id="rId117"/>
    <p:sldLayoutId id="2147483668" r:id="rId118"/>
    <p:sldLayoutId id="2147483669" r:id="rId119"/>
    <p:sldLayoutId id="2147483670" r:id="rId120"/>
    <p:sldLayoutId id="2147483672" r:id="rId121"/>
    <p:sldLayoutId id="2147483674" r:id="rId122"/>
    <p:sldLayoutId id="2147483676" r:id="rId123"/>
    <p:sldLayoutId id="2147483677" r:id="rId124"/>
    <p:sldLayoutId id="2147483678" r:id="rId125"/>
    <p:sldLayoutId id="2147483679" r:id="rId126"/>
    <p:sldLayoutId id="2147483680" r:id="rId127"/>
    <p:sldLayoutId id="2147483681" r:id="rId128"/>
    <p:sldLayoutId id="2147483682" r:id="rId129"/>
    <p:sldLayoutId id="2147483683" r:id="rId130"/>
    <p:sldLayoutId id="2147483684" r:id="rId131"/>
    <p:sldLayoutId id="2147483685" r:id="rId132"/>
    <p:sldLayoutId id="2147483686" r:id="rId133"/>
    <p:sldLayoutId id="2147483687" r:id="rId134"/>
    <p:sldLayoutId id="2147483688" r:id="rId135"/>
    <p:sldLayoutId id="2147483689" r:id="rId136"/>
    <p:sldLayoutId id="2147483690" r:id="rId137"/>
    <p:sldLayoutId id="2147483691" r:id="rId138"/>
    <p:sldLayoutId id="2147483692" r:id="rId139"/>
    <p:sldLayoutId id="2147483693" r:id="rId140"/>
    <p:sldLayoutId id="2147483694" r:id="rId141"/>
    <p:sldLayoutId id="2147483695" r:id="rId142"/>
    <p:sldLayoutId id="2147483696" r:id="rId143"/>
    <p:sldLayoutId id="2147483697" r:id="rId144"/>
    <p:sldLayoutId id="2147483698" r:id="rId145"/>
    <p:sldLayoutId id="2147483699" r:id="rId146"/>
    <p:sldLayoutId id="2147483700" r:id="rId147"/>
    <p:sldLayoutId id="2147483702" r:id="rId148"/>
    <p:sldLayoutId id="2147483703" r:id="rId149"/>
    <p:sldLayoutId id="2147483704" r:id="rId150"/>
    <p:sldLayoutId id="2147483705" r:id="rId151"/>
    <p:sldLayoutId id="2147483706" r:id="rId152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 err="1"/>
              <a:t>Mintaszöveg</a:t>
            </a:r>
            <a:r>
              <a:rPr lang="en-US"/>
              <a:t> </a:t>
            </a:r>
            <a:r>
              <a:rPr lang="en-US" err="1"/>
              <a:t>szerkesztése</a:t>
            </a:r>
            <a:endParaRPr lang="en-US"/>
          </a:p>
          <a:p>
            <a:pPr lvl="1"/>
            <a:r>
              <a:rPr lang="en-US" err="1"/>
              <a:t>Második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2"/>
            <a:r>
              <a:rPr lang="en-US" err="1"/>
              <a:t>Harmadik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3"/>
            <a:r>
              <a:rPr lang="en-US" err="1"/>
              <a:t>Negyedik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4"/>
            <a:r>
              <a:rPr lang="en-US" err="1"/>
              <a:t>Ötödik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CFCA6C0-C300-46F3-8D05-D936BF801E7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9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theme/theme1.xml><?xml version="1.0" encoding="utf-8"?>
<a:theme xmlns:a="http://schemas.openxmlformats.org/drawingml/2006/main" name="PresentationTemplate2025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spcBef>
            <a:spcPts val="800"/>
          </a:spcBef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tabLst/>
          <a:defRPr kumimoji="0" sz="2000" b="0" i="0" u="none" strike="noStrike" kern="1000" cap="none" spc="-30" normalizeH="0" baseline="0" noProof="0" dirty="0" err="1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1_PresentationTemplate2021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0082F0"/>
      </a:accent1>
      <a:accent2>
        <a:srgbClr val="0FC373"/>
      </a:accent2>
      <a:accent3>
        <a:srgbClr val="AF78D2"/>
      </a:accent3>
      <a:accent4>
        <a:srgbClr val="FAD22D"/>
      </a:accent4>
      <a:accent5>
        <a:srgbClr val="FF8C0A"/>
      </a:accent5>
      <a:accent6>
        <a:srgbClr val="FF3232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<a:prstTxWarp prst="textNoShape">
          <a:avLst/>
        </a:prstTxWarp>
        <a:noAutofit/>
      </a:bodyPr>
      <a:lstStyle>
        <a:defPPr marL="180000" indent="-180000" algn="l">
          <a:spcBef>
            <a:spcPts val="800"/>
          </a:spcBef>
          <a:buFont typeface="Ericsson Hilda" panose="00000500000000000000" pitchFamily="2" charset="0"/>
          <a:buChar char="●"/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L="180000" marR="0" indent="-18000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buFont typeface="Ericsson Hilda" panose="00000500000000000000" pitchFamily="2" charset="0"/>
          <a:buChar char="●"/>
          <a:tabLst/>
          <a:defRPr kumimoji="0" sz="2000" b="0" i="0" u="none" strike="noStrike" kern="1000" cap="none" spc="-3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Ericsson Hilda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ary Ericsson Blue 1">
      <a:srgbClr val="000082"/>
    </a:custClr>
    <a:custClr name="Primary Ericsson Blue 2">
      <a:srgbClr val="0050CA"/>
    </a:custClr>
    <a:custClr name="Primary Ericsson Blue">
      <a:srgbClr val="0082F0"/>
    </a:custClr>
    <a:custClr name="Primary Ericsson Blue 3">
      <a:srgbClr val="48A8FA"/>
    </a:custClr>
    <a:custClr name="Primary Ericsson Blue 4">
      <a:srgbClr val="85CCFF"/>
    </a:custClr>
    <a:custClr name="Secondary Ericsson Green">
      <a:srgbClr val="0FC373"/>
    </a:custClr>
    <a:custClr name="Secondary Ericsson Purple">
      <a:srgbClr val="AF78D2"/>
    </a:custClr>
    <a:custClr name="Secondary Ericsson Yellow">
      <a:srgbClr val="FAD22D"/>
    </a:custClr>
    <a:custClr name="Secondary Ericsson Orange">
      <a:srgbClr val="FF8C0A"/>
    </a:custClr>
    <a:custClr name="Secondary Ericsson Red">
      <a:srgbClr val="FF3232"/>
    </a:custClr>
    <a:custClr name="Secondary Ericsson Black">
      <a:srgbClr val="000000"/>
    </a:custClr>
    <a:custClr name="Secondary Ericsson Gray 1">
      <a:srgbClr val="242424"/>
    </a:custClr>
    <a:custClr name="Secondary Ericsson Gray 2">
      <a:srgbClr val="767676"/>
    </a:custClr>
    <a:custClr name="Secondary Ericsson Gray 3">
      <a:srgbClr val="A0A0A0"/>
    </a:custClr>
    <a:custClr name="Secondary Ericsson Gray 4">
      <a:srgbClr val="E0E0E0"/>
    </a:custClr>
    <a:custClr name="Secondary Ericsson Gray 5">
      <a:srgbClr val="F2F2F2"/>
    </a:custClr>
    <a:custClr name="Secondary Ericsson 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5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ef248d-09fe-4034-af42-7800fb0b4c07" xsi:nil="true"/>
    <lcf76f155ced4ddcb4097134ff3c332f xmlns="77fde15d-2397-485e-b73a-86b486d76ed9">
      <Terms xmlns="http://schemas.microsoft.com/office/infopath/2007/PartnerControls"/>
    </lcf76f155ced4ddcb4097134ff3c332f>
    <_Flow_SignoffStatus xmlns="77fde15d-2397-485e-b73a-86b486d76ed9" xsi:nil="true"/>
  </documentManagement>
</p:properties>
</file>

<file path=customXml/item16.xml><?xml version="1.0" encoding="utf-8"?>
<TemplafySlideFormConfiguration><![CDATA[{"formFields":[],"formDataEntries":[]}]]></TemplafySlideFormConfiguration>
</file>

<file path=customXml/item17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3E8D57ECA48EA49A8079FF7BA4D8434" ma:contentTypeVersion="14" ma:contentTypeDescription="Crear nuevo documento." ma:contentTypeScope="" ma:versionID="63c20a81180abc05dcc77631795f2f6d">
  <xsd:schema xmlns:xsd="http://www.w3.org/2001/XMLSchema" xmlns:xs="http://www.w3.org/2001/XMLSchema" xmlns:p="http://schemas.microsoft.com/office/2006/metadata/properties" xmlns:ns2="77fde15d-2397-485e-b73a-86b486d76ed9" xmlns:ns3="bcef248d-09fe-4034-af42-7800fb0b4c07" targetNamespace="http://schemas.microsoft.com/office/2006/metadata/properties" ma:root="true" ma:fieldsID="c568fcd95f5d4d3e7cd3fb2956348a08" ns2:_="" ns3:_="">
    <xsd:import namespace="77fde15d-2397-485e-b73a-86b486d76ed9"/>
    <xsd:import namespace="bcef248d-09fe-4034-af42-7800fb0b4c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_Flow_SignoffStatu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de15d-2397-485e-b73a-86b486d76e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c3d31b72-c4b9-4223-ac69-1d9539891d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_Flow_SignoffStatus" ma:index="20" nillable="true" ma:displayName="Estado de aprobación" ma:internalName="_x0024_Resources_x003a_core_x002c_Signoff_Status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f248d-09fe-4034-af42-7800fb0b4c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248a8f7-3163-4cda-ba50-6dab87801a0e}" ma:internalName="TaxCatchAll" ma:showField="CatchAllData" ma:web="bcef248d-09fe-4034-af42-7800fb0b4c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0B924887-3FAA-4B8E-815F-481860E4E6AF}">
  <ds:schemaRefs/>
</ds:datastoreItem>
</file>

<file path=customXml/itemProps2.xml><?xml version="1.0" encoding="utf-8"?>
<ds:datastoreItem xmlns:ds="http://schemas.openxmlformats.org/officeDocument/2006/customXml" ds:itemID="{A87FB1B0-D223-4CF6-8EC4-E3E816F1CDBE}">
  <ds:schemaRefs/>
</ds:datastoreItem>
</file>

<file path=customXml/itemProps3.xml><?xml version="1.0" encoding="utf-8"?>
<ds:datastoreItem xmlns:ds="http://schemas.openxmlformats.org/officeDocument/2006/customXml" ds:itemID="{6AE2E849-5528-4C05-B1E8-DB80DA8BD7F1}">
  <ds:schemaRefs/>
</ds:datastoreItem>
</file>

<file path=customXml/itemProps4.xml><?xml version="1.0" encoding="utf-8"?>
<ds:datastoreItem xmlns:ds="http://schemas.openxmlformats.org/officeDocument/2006/customXml" ds:itemID="{3E86842F-01DA-4AAB-AA56-9F0B2F496397}">
  <ds:schemaRefs/>
</ds:datastoreItem>
</file>

<file path=customXml/itemProps5.xml><?xml version="1.0" encoding="utf-8"?>
<ds:datastoreItem xmlns:ds="http://schemas.openxmlformats.org/officeDocument/2006/customXml" ds:itemID="{D6A0B861-D97F-43C8-B3DF-13EB4CD7C21A}">
  <ds:schemaRefs/>
</ds:datastoreItem>
</file>

<file path=customXml/itemProps6.xml><?xml version="1.0" encoding="utf-8"?>
<ds:datastoreItem xmlns:ds="http://schemas.openxmlformats.org/officeDocument/2006/customXml" ds:itemID="{2A25ECD3-EA6C-4727-8DF2-5BDC9911D24C}">
  <ds:schemaRefs/>
</ds:datastoreItem>
</file>

<file path=customXml/itemProps7.xml><?xml version="1.0" encoding="utf-8"?>
<ds:datastoreItem xmlns:ds="http://schemas.openxmlformats.org/officeDocument/2006/customXml" ds:itemID="{F6CC31F5-13F1-4893-A918-27994DEE1E73}">
  <ds:schemaRefs/>
</ds:datastoreItem>
</file>

<file path=customXml/itemProps8.xml><?xml version="1.0" encoding="utf-8"?>
<ds:datastoreItem xmlns:ds="http://schemas.openxmlformats.org/officeDocument/2006/customXml" ds:itemID="{F1A1DCA2-547F-4B90-BE36-91B9AB619C93}">
  <ds:schemaRefs/>
</ds:datastoreItem>
</file>

<file path=customXml/itemProps9.xml><?xml version="1.0" encoding="utf-8"?>
<ds:datastoreItem xmlns:ds="http://schemas.openxmlformats.org/officeDocument/2006/customXml" ds:itemID="{772ABA4E-1FA2-4FC1-9A8A-C2C33BEC7DBE}">
  <ds:schemaRefs/>
</ds:datastoreItem>
</file>

<file path=customXml/itemProps10.xml><?xml version="1.0" encoding="utf-8"?>
<ds:datastoreItem xmlns:ds="http://schemas.openxmlformats.org/officeDocument/2006/customXml" ds:itemID="{852C017A-4C71-4057-8850-0D69BC43C2C6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ADCE6D4E-881A-4F21-8F46-6A112A7EEBE1}">
  <ds:schemaRefs/>
</ds:datastoreItem>
</file>

<file path=customXml/itemProps12.xml><?xml version="1.0" encoding="utf-8"?>
<ds:datastoreItem xmlns:ds="http://schemas.openxmlformats.org/officeDocument/2006/customXml" ds:itemID="{7FC3D2F9-C978-4F6C-9B95-BEE6303453CA}">
  <ds:schemaRefs/>
</ds:datastoreItem>
</file>

<file path=customXml/itemProps13.xml><?xml version="1.0" encoding="utf-8"?>
<ds:datastoreItem xmlns:ds="http://schemas.openxmlformats.org/officeDocument/2006/customXml" ds:itemID="{2E5DC17B-7CA5-47FA-BB10-51D0544A8F91}">
  <ds:schemaRefs/>
</ds:datastoreItem>
</file>

<file path=customXml/itemProps14.xml><?xml version="1.0" encoding="utf-8"?>
<ds:datastoreItem xmlns:ds="http://schemas.openxmlformats.org/officeDocument/2006/customXml" ds:itemID="{62D5B54B-6902-4F98-B23A-0118DB9EEDF4}">
  <ds:schemaRefs/>
</ds:datastoreItem>
</file>

<file path=customXml/itemProps15.xml><?xml version="1.0" encoding="utf-8"?>
<ds:datastoreItem xmlns:ds="http://schemas.openxmlformats.org/officeDocument/2006/customXml" ds:itemID="{11300D8C-1DE0-4C9A-86BB-17269E5D3C65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bcef248d-09fe-4034-af42-7800fb0b4c07"/>
    <ds:schemaRef ds:uri="http://schemas.openxmlformats.org/package/2006/metadata/core-properties"/>
    <ds:schemaRef ds:uri="77fde15d-2397-485e-b73a-86b486d76ed9"/>
    <ds:schemaRef ds:uri="http://schemas.microsoft.com/office/2006/metadata/properties"/>
  </ds:schemaRefs>
</ds:datastoreItem>
</file>

<file path=customXml/itemProps16.xml><?xml version="1.0" encoding="utf-8"?>
<ds:datastoreItem xmlns:ds="http://schemas.openxmlformats.org/officeDocument/2006/customXml" ds:itemID="{BA1C3E13-54CF-4EC8-BFFC-847950BB2BA6}">
  <ds:schemaRefs/>
</ds:datastoreItem>
</file>

<file path=customXml/itemProps17.xml><?xml version="1.0" encoding="utf-8"?>
<ds:datastoreItem xmlns:ds="http://schemas.openxmlformats.org/officeDocument/2006/customXml" ds:itemID="{7DEDA2BC-8275-4FBB-A28A-68D801E06E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de15d-2397-485e-b73a-86b486d76ed9"/>
    <ds:schemaRef ds:uri="bcef248d-09fe-4034-af42-7800fb0b4c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8.xml><?xml version="1.0" encoding="utf-8"?>
<ds:datastoreItem xmlns:ds="http://schemas.openxmlformats.org/officeDocument/2006/customXml" ds:itemID="{4F6381B7-CB4D-4A8E-AE8C-AD066D7465AA}">
  <ds:schemaRefs/>
</ds:datastoreItem>
</file>

<file path=customXml/itemProps19.xml><?xml version="1.0" encoding="utf-8"?>
<ds:datastoreItem xmlns:ds="http://schemas.openxmlformats.org/officeDocument/2006/customXml" ds:itemID="{D81E0773-B1DF-4187-B86B-A4CC89F4FFA3}">
  <ds:schemaRefs/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0</Words>
  <Application>Microsoft Macintosh PowerPoint</Application>
  <PresentationFormat>Panorámica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0</vt:i4>
      </vt:variant>
    </vt:vector>
  </HeadingPairs>
  <TitlesOfParts>
    <vt:vector size="8" baseType="lpstr">
      <vt:lpstr>Aptos</vt:lpstr>
      <vt:lpstr>Ericsson Hilda</vt:lpstr>
      <vt:lpstr>Ericsson Hilda ExtraBold</vt:lpstr>
      <vt:lpstr>Ericsson Hilda ExtraLight</vt:lpstr>
      <vt:lpstr>Ericsson Hilda Light</vt:lpstr>
      <vt:lpstr>Ericsson Technical Icons</vt:lpstr>
      <vt:lpstr>PresentationTemplate2025</vt:lpstr>
      <vt:lpstr>1_PresentationTemplate2021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Rey Fernandez</dc:creator>
  <cp:lastModifiedBy>Jaime Tur</cp:lastModifiedBy>
  <cp:revision>17</cp:revision>
  <dcterms:created xsi:type="dcterms:W3CDTF">2026-01-12T11:19:33Z</dcterms:created>
  <dcterms:modified xsi:type="dcterms:W3CDTF">2026-10-07T09:11:34Z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0x01010093E8D57ECA48EA49A8079FF7BA4D8434</vt:lpwstr>
  </property>
  <property fmtid="{D5CDD505-2E9C-101B-9397-08002B2CF9AE}" pid="3" name="MediaServiceImageTags">
    <vt:lpwstr/>
  </property>
</Properties>
</file>